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uckiest Guy" charset="1" panose="02000506000000020004"/>
      <p:regular r:id="rId16"/>
    </p:embeddedFont>
    <p:embeddedFont>
      <p:font typeface="Open Sans Bold" charset="1" panose="00000000000000000000"/>
      <p:regular r:id="rId17"/>
    </p:embeddedFont>
    <p:embeddedFont>
      <p:font typeface="Open Sans" charset="1" panose="00000000000000000000"/>
      <p:regular r:id="rId18"/>
    </p:embeddedFont>
    <p:embeddedFont>
      <p:font typeface="Fry's Baskerville" charset="1" panose="02020602070505020303"/>
      <p:regular r:id="rId19"/>
    </p:embeddedFont>
    <p:embeddedFont>
      <p:font typeface="Canva Sans" charset="1" panose="020B0503030501040103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8266">
                <a:alpha val="51000"/>
              </a:srgbClr>
            </a:gs>
            <a:gs pos="100000">
              <a:srgbClr val="FFDE59">
                <a:alpha val="205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034" y="2988560"/>
            <a:ext cx="8823170" cy="7251042"/>
          </a:xfrm>
          <a:custGeom>
            <a:avLst/>
            <a:gdLst/>
            <a:ahLst/>
            <a:cxnLst/>
            <a:rect r="r" b="b" t="t" l="l"/>
            <a:pathLst>
              <a:path h="7251042" w="8823170">
                <a:moveTo>
                  <a:pt x="0" y="0"/>
                </a:moveTo>
                <a:lnTo>
                  <a:pt x="8823170" y="0"/>
                </a:lnTo>
                <a:lnTo>
                  <a:pt x="8823170" y="7251042"/>
                </a:lnTo>
                <a:lnTo>
                  <a:pt x="0" y="7251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989">
            <a:off x="12654910" y="1333434"/>
            <a:ext cx="1146209" cy="1093913"/>
          </a:xfrm>
          <a:custGeom>
            <a:avLst/>
            <a:gdLst/>
            <a:ahLst/>
            <a:cxnLst/>
            <a:rect r="r" b="b" t="t" l="l"/>
            <a:pathLst>
              <a:path h="1093913" w="1146209">
                <a:moveTo>
                  <a:pt x="0" y="0"/>
                </a:moveTo>
                <a:lnTo>
                  <a:pt x="1146209" y="0"/>
                </a:lnTo>
                <a:lnTo>
                  <a:pt x="1146209" y="1093913"/>
                </a:lnTo>
                <a:lnTo>
                  <a:pt x="0" y="1093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2802" y="442361"/>
            <a:ext cx="2562396" cy="2243591"/>
          </a:xfrm>
          <a:custGeom>
            <a:avLst/>
            <a:gdLst/>
            <a:ahLst/>
            <a:cxnLst/>
            <a:rect r="r" b="b" t="t" l="l"/>
            <a:pathLst>
              <a:path h="2243591" w="2562396">
                <a:moveTo>
                  <a:pt x="0" y="0"/>
                </a:moveTo>
                <a:lnTo>
                  <a:pt x="2562396" y="0"/>
                </a:lnTo>
                <a:lnTo>
                  <a:pt x="2562396" y="2243591"/>
                </a:lnTo>
                <a:lnTo>
                  <a:pt x="0" y="2243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48165" y="5884365"/>
            <a:ext cx="4402635" cy="4402635"/>
          </a:xfrm>
          <a:custGeom>
            <a:avLst/>
            <a:gdLst/>
            <a:ahLst/>
            <a:cxnLst/>
            <a:rect r="r" b="b" t="t" l="l"/>
            <a:pathLst>
              <a:path h="4402635" w="4402635">
                <a:moveTo>
                  <a:pt x="0" y="0"/>
                </a:moveTo>
                <a:lnTo>
                  <a:pt x="4402635" y="0"/>
                </a:lnTo>
                <a:lnTo>
                  <a:pt x="4402635" y="4402635"/>
                </a:lnTo>
                <a:lnTo>
                  <a:pt x="0" y="44026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00842" y="3982034"/>
            <a:ext cx="12148641" cy="84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9"/>
              </a:lnSpc>
            </a:pPr>
            <a:r>
              <a:rPr lang="en-US" sz="6363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Online Shopping kart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204850">
            <a:off x="469316" y="2032743"/>
            <a:ext cx="1118768" cy="1306417"/>
          </a:xfrm>
          <a:custGeom>
            <a:avLst/>
            <a:gdLst/>
            <a:ahLst/>
            <a:cxnLst/>
            <a:rect r="r" b="b" t="t" l="l"/>
            <a:pathLst>
              <a:path h="1306417" w="1118768">
                <a:moveTo>
                  <a:pt x="0" y="0"/>
                </a:moveTo>
                <a:lnTo>
                  <a:pt x="1118768" y="0"/>
                </a:lnTo>
                <a:lnTo>
                  <a:pt x="1118768" y="1306418"/>
                </a:lnTo>
                <a:lnTo>
                  <a:pt x="0" y="13064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892771">
            <a:off x="5422990" y="2192025"/>
            <a:ext cx="1118768" cy="1306417"/>
          </a:xfrm>
          <a:custGeom>
            <a:avLst/>
            <a:gdLst/>
            <a:ahLst/>
            <a:cxnLst/>
            <a:rect r="r" b="b" t="t" l="l"/>
            <a:pathLst>
              <a:path h="1306417" w="1118768">
                <a:moveTo>
                  <a:pt x="1118769" y="0"/>
                </a:moveTo>
                <a:lnTo>
                  <a:pt x="0" y="0"/>
                </a:lnTo>
                <a:lnTo>
                  <a:pt x="0" y="1306418"/>
                </a:lnTo>
                <a:lnTo>
                  <a:pt x="1118769" y="1306418"/>
                </a:lnTo>
                <a:lnTo>
                  <a:pt x="111876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76333" y="5110514"/>
            <a:ext cx="7332635" cy="16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3"/>
              </a:lnSpc>
            </a:pPr>
            <a:r>
              <a:rPr lang="en-US" sz="38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Course / Date</a:t>
            </a:r>
          </a:p>
          <a:p>
            <a:pPr algn="ctr">
              <a:lnSpc>
                <a:spcPts val="3233"/>
              </a:lnSpc>
            </a:pPr>
            <a:r>
              <a:rPr lang="en-US" sz="38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24SDCS02A — Feb 2025</a:t>
            </a:r>
          </a:p>
          <a:p>
            <a:pPr algn="ctr">
              <a:lnSpc>
                <a:spcPts val="3233"/>
              </a:lnSpc>
            </a:pPr>
          </a:p>
          <a:p>
            <a:pPr algn="ctr">
              <a:lnSpc>
                <a:spcPts val="323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19022" y="7235825"/>
            <a:ext cx="663046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ranavi CR-2410030233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Roopasri T-2410030033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Jyoshnasree A-2410030374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Jaideep-2410030100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Himadhar Varma-2410030086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8266">
                <a:alpha val="34000"/>
              </a:srgbClr>
            </a:gs>
            <a:gs pos="100000">
              <a:srgbClr val="FFDE59">
                <a:alpha val="31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5454" y="-1057467"/>
            <a:ext cx="8593148" cy="859314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5E79D">
                <a:alpha val="3764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7C696">
                <a:alpha val="8392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0058400" y="1028700"/>
            <a:ext cx="7715250" cy="7715250"/>
          </a:xfrm>
          <a:custGeom>
            <a:avLst/>
            <a:gdLst/>
            <a:ahLst/>
            <a:cxnLst/>
            <a:rect r="r" b="b" t="t" l="l"/>
            <a:pathLst>
              <a:path h="7715250" w="7715250">
                <a:moveTo>
                  <a:pt x="7715250" y="0"/>
                </a:moveTo>
                <a:lnTo>
                  <a:pt x="0" y="0"/>
                </a:lnTo>
                <a:lnTo>
                  <a:pt x="0" y="7715250"/>
                </a:lnTo>
                <a:lnTo>
                  <a:pt x="7715250" y="7715250"/>
                </a:lnTo>
                <a:lnTo>
                  <a:pt x="77152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8116" y="2245371"/>
            <a:ext cx="9737339" cy="145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427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Introduction – Why This Project Matters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8116" y="3904382"/>
            <a:ext cx="7545884" cy="515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896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Online Shopping Kart is a full-stack e-commerce web application that provides a seamless online shopping experience for users. The platform allows users to browse products, add items to their cart, and place orders efficiently. It includes secure authentication using Google Sign-In to ensure user safety. A unique feature of this project is the AI-powered virtual try-on system, which enables users to visualize how clothing items would look on them before making a purchase.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58400" y="7953284"/>
            <a:ext cx="3420413" cy="342041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699139" y="1028700"/>
            <a:ext cx="1398278" cy="139827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68986" y="7791832"/>
            <a:ext cx="1466468" cy="146646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122182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DE59">
                <a:alpha val="31000"/>
              </a:srgbClr>
            </a:gs>
            <a:gs pos="100000">
              <a:srgbClr val="FF8266">
                <a:alpha val="3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57907" y="2995263"/>
            <a:ext cx="9537600" cy="53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develop a full-stack e-commerce web application</a:t>
            </a:r>
          </a:p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implement secure user authentication using Google Sign-In</a:t>
            </a:r>
          </a:p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design product browsing, cart, and wishlist functionalities</a:t>
            </a:r>
          </a:p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enable smooth checkout and order management system</a:t>
            </a:r>
          </a:p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integrate an AI-powered virtual try-on feature</a:t>
            </a:r>
          </a:p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To provide a seamless and user-friendly shopping experience</a:t>
            </a:r>
          </a:p>
          <a:p>
            <a:pPr algn="l">
              <a:lnSpc>
                <a:spcPts val="354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2487303" y="2639590"/>
            <a:ext cx="8593148" cy="859314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430133" y="1931086"/>
            <a:ext cx="7290674" cy="7184628"/>
          </a:xfrm>
          <a:custGeom>
            <a:avLst/>
            <a:gdLst/>
            <a:ahLst/>
            <a:cxnLst/>
            <a:rect r="r" b="b" t="t" l="l"/>
            <a:pathLst>
              <a:path h="7184628" w="7290674">
                <a:moveTo>
                  <a:pt x="0" y="0"/>
                </a:moveTo>
                <a:lnTo>
                  <a:pt x="7290674" y="0"/>
                </a:lnTo>
                <a:lnTo>
                  <a:pt x="7290674" y="7184628"/>
                </a:lnTo>
                <a:lnTo>
                  <a:pt x="0" y="7184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7907" y="1801390"/>
            <a:ext cx="745075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Objectives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44529" y="8082885"/>
            <a:ext cx="3420413" cy="342041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259300" y="1587460"/>
            <a:ext cx="1398278" cy="139827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501165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631708" y="8351780"/>
            <a:ext cx="906520" cy="90652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7551749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187D0">
                <a:alpha val="34000"/>
              </a:srgbClr>
            </a:gs>
            <a:gs pos="100000">
              <a:srgbClr val="FFDE59">
                <a:alpha val="31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5E79D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7C696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0632" y="8892752"/>
            <a:ext cx="1558668" cy="189874"/>
          </a:xfrm>
          <a:custGeom>
            <a:avLst/>
            <a:gdLst/>
            <a:ahLst/>
            <a:cxnLst/>
            <a:rect r="r" b="b" t="t" l="l"/>
            <a:pathLst>
              <a:path h="189874" w="1558668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8525066"/>
            <a:ext cx="3420413" cy="342041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99139" y="1028700"/>
            <a:ext cx="1398278" cy="139827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0" y="842730"/>
            <a:ext cx="1466468" cy="14664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4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122182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44693" y="3554808"/>
            <a:ext cx="15798613" cy="4798808"/>
          </a:xfrm>
          <a:custGeom>
            <a:avLst/>
            <a:gdLst/>
            <a:ahLst/>
            <a:cxnLst/>
            <a:rect r="r" b="b" t="t" l="l"/>
            <a:pathLst>
              <a:path h="4798808" w="15798613">
                <a:moveTo>
                  <a:pt x="0" y="0"/>
                </a:moveTo>
                <a:lnTo>
                  <a:pt x="15798614" y="0"/>
                </a:lnTo>
                <a:lnTo>
                  <a:pt x="15798614" y="4798808"/>
                </a:lnTo>
                <a:lnTo>
                  <a:pt x="0" y="47988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787" r="-66" b="-222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048119" y="2173683"/>
            <a:ext cx="973733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Tech Stack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DE59">
                <a:alpha val="31000"/>
              </a:srgbClr>
            </a:gs>
            <a:gs pos="100000">
              <a:srgbClr val="D187D0">
                <a:alpha val="3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099724" y="-241368"/>
            <a:ext cx="8593148" cy="859314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15099" y="8805040"/>
            <a:ext cx="3420413" cy="342041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28992" y="9608726"/>
            <a:ext cx="906520" cy="9065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80F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551749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83694" y="3773155"/>
            <a:ext cx="7244236" cy="6796410"/>
          </a:xfrm>
          <a:custGeom>
            <a:avLst/>
            <a:gdLst/>
            <a:ahLst/>
            <a:cxnLst/>
            <a:rect r="r" b="b" t="t" l="l"/>
            <a:pathLst>
              <a:path h="6796410" w="7244236">
                <a:moveTo>
                  <a:pt x="0" y="0"/>
                </a:moveTo>
                <a:lnTo>
                  <a:pt x="7244235" y="0"/>
                </a:lnTo>
                <a:lnTo>
                  <a:pt x="7244235" y="6796410"/>
                </a:lnTo>
                <a:lnTo>
                  <a:pt x="0" y="6796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07981" y="2046499"/>
            <a:ext cx="11443768" cy="785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 Module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 - Secure login using Firebase Google Sign-In and guest access</a:t>
            </a:r>
          </a:p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 &amp; Wishlist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 - Add, remove, and manage products with quantity updates</a:t>
            </a:r>
          </a:p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Checkout System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 - Multi-step process including address, payment, and order confirmation</a:t>
            </a:r>
          </a:p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Order Management -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 Store and retrieve user orders with tracking functionality</a:t>
            </a:r>
          </a:p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Discount &amp; Offers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 - Smart discount system where offers vary to make shopping more engaging and beneficial</a:t>
            </a:r>
          </a:p>
          <a:p>
            <a:pPr algn="l" marL="755651" indent="-377825" lvl="1">
              <a:lnSpc>
                <a:spcPts val="4130"/>
              </a:lnSpc>
              <a:buFont typeface="Arial"/>
              <a:buChar char="•"/>
            </a:pPr>
            <a:r>
              <a:rPr lang="en-US" b="true" sz="3500">
                <a:solidFill>
                  <a:srgbClr val="31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Delivery Date Selection - </a:t>
            </a:r>
            <a:r>
              <a:rPr lang="en-US" sz="3500">
                <a:solidFill>
                  <a:srgbClr val="312B30"/>
                </a:solidFill>
                <a:latin typeface="Open Sans"/>
                <a:ea typeface="Open Sans"/>
                <a:cs typeface="Open Sans"/>
                <a:sym typeface="Open Sans"/>
              </a:rPr>
              <a:t>Allows users to choose their preferred delivery date for receiving the product</a:t>
            </a:r>
          </a:p>
          <a:p>
            <a:pPr algn="l">
              <a:lnSpc>
                <a:spcPts val="413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8623" y="1104900"/>
            <a:ext cx="7450755" cy="74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427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Features Overview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01165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FFD1">
                <a:alpha val="5000"/>
              </a:srgbClr>
            </a:gs>
            <a:gs pos="100000">
              <a:srgbClr val="FFB569">
                <a:alpha val="23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0632" y="9163363"/>
            <a:ext cx="1558668" cy="189874"/>
          </a:xfrm>
          <a:custGeom>
            <a:avLst/>
            <a:gdLst/>
            <a:ahLst/>
            <a:cxnLst/>
            <a:rect r="r" b="b" t="t" l="l"/>
            <a:pathLst>
              <a:path h="189874" w="1558668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699139" y="1028700"/>
            <a:ext cx="1398278" cy="139827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2182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04596" y="1804039"/>
            <a:ext cx="10253204" cy="74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5427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AI Virtual Try-On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259300" y="1074195"/>
            <a:ext cx="1912751" cy="1912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53992" y="3652952"/>
            <a:ext cx="13982202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Allows users to upload their photo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select a clothing item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combines user image and product image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AI model (Replicate) for processing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a realistic try-on output image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users visualize products before purchase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DE59">
                <a:alpha val="31000"/>
              </a:srgbClr>
            </a:gs>
            <a:gs pos="100000">
              <a:srgbClr val="FF8266">
                <a:alpha val="3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44529" y="8082885"/>
            <a:ext cx="3420413" cy="34204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1587460"/>
            <a:ext cx="1398278" cy="139827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1708" y="8351780"/>
            <a:ext cx="906520" cy="9065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551749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0"/>
            <a:ext cx="18373070" cy="10173371"/>
          </a:xfrm>
          <a:custGeom>
            <a:avLst/>
            <a:gdLst/>
            <a:ahLst/>
            <a:cxnLst/>
            <a:rect r="r" b="b" t="t" l="l"/>
            <a:pathLst>
              <a:path h="10173371" w="18373070">
                <a:moveTo>
                  <a:pt x="0" y="0"/>
                </a:moveTo>
                <a:lnTo>
                  <a:pt x="18373070" y="0"/>
                </a:lnTo>
                <a:lnTo>
                  <a:pt x="18373070" y="10173371"/>
                </a:lnTo>
                <a:lnTo>
                  <a:pt x="0" y="101733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5" r="0" b="-45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01165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6666">
                <a:alpha val="26500"/>
              </a:srgbClr>
            </a:gs>
            <a:gs pos="100000">
              <a:srgbClr val="FFB569">
                <a:alpha val="23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90527" y="2829598"/>
            <a:ext cx="11982188" cy="74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5427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 Backend APIs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700632" y="8892752"/>
            <a:ext cx="1558668" cy="189874"/>
          </a:xfrm>
          <a:custGeom>
            <a:avLst/>
            <a:gdLst/>
            <a:ahLst/>
            <a:cxnLst/>
            <a:rect r="r" b="b" t="t" l="l"/>
            <a:pathLst>
              <a:path h="189874" w="1558668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699139" y="1028700"/>
            <a:ext cx="1398278" cy="139827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22182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07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259300" y="1074195"/>
            <a:ext cx="1912751" cy="1912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94727" y="3740551"/>
            <a:ext cx="14800779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/api/auth/login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dles user authentication using Firebase UID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/api/product/all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Retrieves all available products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/api/product/:id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Fetches details of a specific product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/api/order/create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Creates a new order in the database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/api/order/user/:userId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Retrieves all orders of a user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/api/tryon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Processes AI virtual try-on and returns generated image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FFD1">
                <a:alpha val="5000"/>
              </a:srgbClr>
            </a:gs>
            <a:gs pos="100000">
              <a:srgbClr val="FFB569">
                <a:alpha val="23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716" y="487837"/>
            <a:ext cx="2053742" cy="354893"/>
            <a:chOff x="0" y="0"/>
            <a:chExt cx="1015246" cy="175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246" cy="175438"/>
            </a:xfrm>
            <a:custGeom>
              <a:avLst/>
              <a:gdLst/>
              <a:ahLst/>
              <a:cxnLst/>
              <a:rect r="r" b="b" t="t" l="l"/>
              <a:pathLst>
                <a:path h="175438" w="1015246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4459" y="487837"/>
            <a:ext cx="481998" cy="354893"/>
            <a:chOff x="0" y="0"/>
            <a:chExt cx="238271" cy="17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71" cy="175438"/>
            </a:xfrm>
            <a:custGeom>
              <a:avLst/>
              <a:gdLst/>
              <a:ahLst/>
              <a:cxnLst/>
              <a:rect r="r" b="b" t="t" l="l"/>
              <a:pathLst>
                <a:path h="175438" w="238271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5410" y="619366"/>
            <a:ext cx="220097" cy="91835"/>
          </a:xfrm>
          <a:custGeom>
            <a:avLst/>
            <a:gdLst/>
            <a:ahLst/>
            <a:cxnLst/>
            <a:rect r="r" b="b" t="t" l="l"/>
            <a:pathLst>
              <a:path h="91835" w="220097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59300" y="1587460"/>
            <a:ext cx="1398278" cy="139827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551749" y="6724176"/>
            <a:ext cx="821321" cy="2168576"/>
          </a:xfrm>
          <a:custGeom>
            <a:avLst/>
            <a:gdLst/>
            <a:ahLst/>
            <a:cxnLst/>
            <a:rect r="r" b="b" t="t" l="l"/>
            <a:pathLst>
              <a:path h="2168576" w="821321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5865" y="4691348"/>
            <a:ext cx="15439593" cy="3686203"/>
          </a:xfrm>
          <a:custGeom>
            <a:avLst/>
            <a:gdLst/>
            <a:ahLst/>
            <a:cxnLst/>
            <a:rect r="r" b="b" t="t" l="l"/>
            <a:pathLst>
              <a:path h="3686203" w="15439593">
                <a:moveTo>
                  <a:pt x="0" y="0"/>
                </a:moveTo>
                <a:lnTo>
                  <a:pt x="15439593" y="0"/>
                </a:lnTo>
                <a:lnTo>
                  <a:pt x="15439593" y="3686203"/>
                </a:lnTo>
                <a:lnTo>
                  <a:pt x="0" y="3686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972716" y="591810"/>
            <a:ext cx="1571743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41916" y="1254773"/>
            <a:ext cx="7804169" cy="74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5427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System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01165" y="9467850"/>
            <a:ext cx="1050584" cy="6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2770" y="2229449"/>
            <a:ext cx="1535168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follows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client-server architecture where the frontend communicates with the backend through APIs. The backend processes requests, interacts with the database, and also connects with the AI service for the virtual try-on feature.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8266">
                <a:alpha val="51000"/>
              </a:srgbClr>
            </a:gs>
            <a:gs pos="100000">
              <a:srgbClr val="FFDE59">
                <a:alpha val="205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2415" y="3288795"/>
            <a:ext cx="8823170" cy="7251042"/>
          </a:xfrm>
          <a:custGeom>
            <a:avLst/>
            <a:gdLst/>
            <a:ahLst/>
            <a:cxnLst/>
            <a:rect r="r" b="b" t="t" l="l"/>
            <a:pathLst>
              <a:path h="7251042" w="8823170">
                <a:moveTo>
                  <a:pt x="0" y="0"/>
                </a:moveTo>
                <a:lnTo>
                  <a:pt x="8823170" y="0"/>
                </a:lnTo>
                <a:lnTo>
                  <a:pt x="8823170" y="7251042"/>
                </a:lnTo>
                <a:lnTo>
                  <a:pt x="0" y="7251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989">
            <a:off x="15084686" y="6715833"/>
            <a:ext cx="1146209" cy="1093913"/>
          </a:xfrm>
          <a:custGeom>
            <a:avLst/>
            <a:gdLst/>
            <a:ahLst/>
            <a:cxnLst/>
            <a:rect r="r" b="b" t="t" l="l"/>
            <a:pathLst>
              <a:path h="1093913" w="1146209">
                <a:moveTo>
                  <a:pt x="0" y="0"/>
                </a:moveTo>
                <a:lnTo>
                  <a:pt x="1146209" y="0"/>
                </a:lnTo>
                <a:lnTo>
                  <a:pt x="1146209" y="1093913"/>
                </a:lnTo>
                <a:lnTo>
                  <a:pt x="0" y="1093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79065" y="6023887"/>
            <a:ext cx="4402635" cy="4402635"/>
          </a:xfrm>
          <a:custGeom>
            <a:avLst/>
            <a:gdLst/>
            <a:ahLst/>
            <a:cxnLst/>
            <a:rect r="r" b="b" t="t" l="l"/>
            <a:pathLst>
              <a:path h="4402635" w="4402635">
                <a:moveTo>
                  <a:pt x="4402635" y="0"/>
                </a:moveTo>
                <a:lnTo>
                  <a:pt x="0" y="0"/>
                </a:lnTo>
                <a:lnTo>
                  <a:pt x="0" y="4402635"/>
                </a:lnTo>
                <a:lnTo>
                  <a:pt x="4402635" y="4402635"/>
                </a:lnTo>
                <a:lnTo>
                  <a:pt x="44026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6743" y="3535290"/>
            <a:ext cx="2562396" cy="2243591"/>
          </a:xfrm>
          <a:custGeom>
            <a:avLst/>
            <a:gdLst/>
            <a:ahLst/>
            <a:cxnLst/>
            <a:rect r="r" b="b" t="t" l="l"/>
            <a:pathLst>
              <a:path h="2243591" w="2562396">
                <a:moveTo>
                  <a:pt x="0" y="0"/>
                </a:moveTo>
                <a:lnTo>
                  <a:pt x="2562396" y="0"/>
                </a:lnTo>
                <a:lnTo>
                  <a:pt x="2562396" y="2243591"/>
                </a:lnTo>
                <a:lnTo>
                  <a:pt x="0" y="2243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64430" y="6023887"/>
            <a:ext cx="4402635" cy="4402635"/>
          </a:xfrm>
          <a:custGeom>
            <a:avLst/>
            <a:gdLst/>
            <a:ahLst/>
            <a:cxnLst/>
            <a:rect r="r" b="b" t="t" l="l"/>
            <a:pathLst>
              <a:path h="4402635" w="4402635">
                <a:moveTo>
                  <a:pt x="0" y="0"/>
                </a:moveTo>
                <a:lnTo>
                  <a:pt x="4402635" y="0"/>
                </a:lnTo>
                <a:lnTo>
                  <a:pt x="4402635" y="4402635"/>
                </a:lnTo>
                <a:lnTo>
                  <a:pt x="0" y="4402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37096" y="2069948"/>
            <a:ext cx="9025562" cy="121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8"/>
              </a:lnSpc>
            </a:pPr>
            <a:r>
              <a:rPr lang="en-US" sz="9363">
                <a:solidFill>
                  <a:srgbClr val="252525"/>
                </a:solidFill>
                <a:latin typeface="Luckiest Guy"/>
                <a:ea typeface="Luckiest Guy"/>
                <a:cs typeface="Luckiest Guy"/>
                <a:sym typeface="Luckiest Guy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204850">
            <a:off x="2288557" y="6766434"/>
            <a:ext cx="1118768" cy="1306417"/>
          </a:xfrm>
          <a:custGeom>
            <a:avLst/>
            <a:gdLst/>
            <a:ahLst/>
            <a:cxnLst/>
            <a:rect r="r" b="b" t="t" l="l"/>
            <a:pathLst>
              <a:path h="1306417" w="1118768">
                <a:moveTo>
                  <a:pt x="0" y="0"/>
                </a:moveTo>
                <a:lnTo>
                  <a:pt x="1118768" y="0"/>
                </a:lnTo>
                <a:lnTo>
                  <a:pt x="1118768" y="1306418"/>
                </a:lnTo>
                <a:lnTo>
                  <a:pt x="0" y="13064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892771">
            <a:off x="15098406" y="2882082"/>
            <a:ext cx="1118768" cy="1306417"/>
          </a:xfrm>
          <a:custGeom>
            <a:avLst/>
            <a:gdLst/>
            <a:ahLst/>
            <a:cxnLst/>
            <a:rect r="r" b="b" t="t" l="l"/>
            <a:pathLst>
              <a:path h="1306417" w="1118768">
                <a:moveTo>
                  <a:pt x="1118768" y="0"/>
                </a:moveTo>
                <a:lnTo>
                  <a:pt x="0" y="0"/>
                </a:lnTo>
                <a:lnTo>
                  <a:pt x="0" y="1306417"/>
                </a:lnTo>
                <a:lnTo>
                  <a:pt x="1118768" y="1306417"/>
                </a:lnTo>
                <a:lnTo>
                  <a:pt x="111876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76257" y="1270514"/>
            <a:ext cx="1011481" cy="10114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102" y="2685952"/>
            <a:ext cx="849339" cy="84933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DAHGC_QPF3o</dc:identifier>
  <dcterms:modified xsi:type="dcterms:W3CDTF">2011-08-01T06:04:30Z</dcterms:modified>
  <cp:revision>1</cp:revision>
  <dc:title>Peach and Orange Flat Style Sales Marketing Presentation</dc:title>
</cp:coreProperties>
</file>